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Office 预览回归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真实 PPTX -&gt; PDF 预览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