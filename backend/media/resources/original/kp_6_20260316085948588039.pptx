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Office 预览回归</a:t>
            </a:r>
          </a:p>
        </p:txBody>
      </p:sp>
      <p:sp>
        <p:nvSpPr>
          <p:cNvPr id="3" name="Subtitle 2"/>
          <p:cNvSpPr/>
          <p:nvPr/>
        </p:nvSpPr>
        <p:spPr/>
        <p:txBody>
          <a:bodyPr/>
          <a:lstStyle/>
          <a:p>
            <a:r>
              <a:t>PPTX -&gt; PDF 预览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Notes>0</Notes>
  <HiddenSlides>0</HiddenSlides>
  <MMClips>0</MMClips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Preview PPTX</dc:title>
</cp:coreProperties>
</file>